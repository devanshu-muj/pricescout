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atrick Hand"/>
      <p:regular r:id="rId17"/>
    </p:embeddedFont>
    <p:embeddedFont>
      <p:font typeface="Patrick Hand"/>
      <p:regular r:id="rId18"/>
    </p:embeddedFont>
    <p:embeddedFont>
      <p:font typeface="Patrick Hand"/>
      <p:regular r:id="rId19"/>
    </p:embeddedFont>
    <p:embeddedFont>
      <p:font typeface="Patrick Han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474351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PriceScout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4037" y="2461736"/>
            <a:ext cx="7415927" cy="1703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00"/>
              </a:lnSpc>
              <a:buNone/>
            </a:pPr>
            <a:r>
              <a:rPr lang="en-US" sz="5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Multi-Vendor Price Comparison Engine</a:t>
            </a:r>
            <a:endParaRPr lang="en-US" sz="5350" dirty="0"/>
          </a:p>
        </p:txBody>
      </p:sp>
      <p:sp>
        <p:nvSpPr>
          <p:cNvPr id="5" name="Text 2"/>
          <p:cNvSpPr/>
          <p:nvPr/>
        </p:nvSpPr>
        <p:spPr>
          <a:xfrm>
            <a:off x="864037" y="4535329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64037" y="5208032"/>
            <a:ext cx="2498646" cy="479346"/>
          </a:xfrm>
          <a:prstGeom prst="roundRect">
            <a:avLst>
              <a:gd name="adj" fmla="val 17306"/>
            </a:avLst>
          </a:prstGeom>
          <a:noFill/>
          <a:ln w="762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9770" y="5289709"/>
            <a:ext cx="218717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COMPUTER SCIENCE PROJECT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4037" y="5965031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Devanshu Sharma</a:t>
            </a:r>
            <a:endParaRPr lang="en-US" sz="1900" dirty="0"/>
          </a:p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23FE10CSE00274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995363"/>
            <a:ext cx="6067782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Problem with Online Shopping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50437" y="1982748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With dozens of e-commerce platforms available, finding the best price for a product is far from straightforward. Shoppers must manually visit each site, compare listings, and evaluate deals — a process that is both time-consuming and error-prone.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437" y="3840599"/>
            <a:ext cx="3584496" cy="1770936"/>
          </a:xfrm>
          <a:prstGeom prst="roundRect">
            <a:avLst>
              <a:gd name="adj" fmla="val 5855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12493" y="4102656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Fragmented Market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2493" y="4559379"/>
            <a:ext cx="306038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Prices vary significantly across platforms for the same product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181749" y="3840599"/>
            <a:ext cx="3584615" cy="1770936"/>
          </a:xfrm>
          <a:prstGeom prst="roundRect">
            <a:avLst>
              <a:gd name="adj" fmla="val 5855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43805" y="4102656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Manual Effort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443805" y="4559379"/>
            <a:ext cx="306050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Users must visit multiple sites and compare by hand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350437" y="5858351"/>
            <a:ext cx="7415927" cy="1375886"/>
          </a:xfrm>
          <a:prstGeom prst="roundRect">
            <a:avLst>
              <a:gd name="adj" fmla="val 7536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12493" y="612040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 Unified View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612493" y="6577132"/>
            <a:ext cx="68918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 single place to see all options side by side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9349" y="621268"/>
            <a:ext cx="4243388" cy="530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 Statement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349" y="2411135"/>
            <a:ext cx="7431405" cy="42111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16058" y="1607463"/>
            <a:ext cx="2121694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What Users Face Today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9416058" y="2077641"/>
            <a:ext cx="3762494" cy="1548527"/>
          </a:xfrm>
          <a:prstGeom prst="roundRect">
            <a:avLst>
              <a:gd name="adj" fmla="val 7086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93198" y="2077641"/>
            <a:ext cx="91440" cy="1548527"/>
          </a:xfrm>
          <a:prstGeom prst="roundRect">
            <a:avLst>
              <a:gd name="adj" fmla="val 97453"/>
            </a:avLst>
          </a:prstGeom>
          <a:solidFill>
            <a:srgbClr val="CCCCCC"/>
          </a:solidFill>
          <a:ln/>
        </p:spPr>
      </p:sp>
      <p:sp>
        <p:nvSpPr>
          <p:cNvPr id="7" name="Text 4"/>
          <p:cNvSpPr/>
          <p:nvPr/>
        </p:nvSpPr>
        <p:spPr>
          <a:xfrm>
            <a:off x="9719667" y="2312670"/>
            <a:ext cx="2121694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Hidden Best Deals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719667" y="2760107"/>
            <a:ext cx="3223855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Users often miss better prices because they don't check every platform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9416058" y="3808452"/>
            <a:ext cx="3762494" cy="1548527"/>
          </a:xfrm>
          <a:prstGeom prst="roundRect">
            <a:avLst>
              <a:gd name="adj" fmla="val 7086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93198" y="3808452"/>
            <a:ext cx="91440" cy="1548527"/>
          </a:xfrm>
          <a:prstGeom prst="roundRect">
            <a:avLst>
              <a:gd name="adj" fmla="val 97453"/>
            </a:avLst>
          </a:prstGeom>
          <a:solidFill>
            <a:srgbClr val="CCCCCC"/>
          </a:solidFill>
          <a:ln/>
        </p:spPr>
      </p:sp>
      <p:sp>
        <p:nvSpPr>
          <p:cNvPr id="11" name="Text 8"/>
          <p:cNvSpPr/>
          <p:nvPr/>
        </p:nvSpPr>
        <p:spPr>
          <a:xfrm>
            <a:off x="9719667" y="4043482"/>
            <a:ext cx="2121694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 Unified System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719667" y="4490918"/>
            <a:ext cx="3223855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There is no centralized tool aggregating prices from multiple vendors in real time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9416058" y="5539264"/>
            <a:ext cx="3762494" cy="1864042"/>
          </a:xfrm>
          <a:prstGeom prst="roundRect">
            <a:avLst>
              <a:gd name="adj" fmla="val 5887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93198" y="5539264"/>
            <a:ext cx="91440" cy="1864042"/>
          </a:xfrm>
          <a:prstGeom prst="roundRect">
            <a:avLst>
              <a:gd name="adj" fmla="val 97453"/>
            </a:avLst>
          </a:prstGeom>
          <a:solidFill>
            <a:srgbClr val="CCCCCC"/>
          </a:solidFill>
          <a:ln/>
        </p:spPr>
      </p:sp>
      <p:sp>
        <p:nvSpPr>
          <p:cNvPr id="15" name="Text 12"/>
          <p:cNvSpPr/>
          <p:nvPr/>
        </p:nvSpPr>
        <p:spPr>
          <a:xfrm>
            <a:off x="9719667" y="5774293"/>
            <a:ext cx="2121694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Wasted Time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9719667" y="6221730"/>
            <a:ext cx="3223855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Manual comparison is inconvenient and impractical for everyday shopping decisions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3555" y="709851"/>
            <a:ext cx="5075277" cy="58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Proposed Solution: PriceScout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23555" y="1634490"/>
            <a:ext cx="7496889" cy="1102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centralized platform that fetches product prices from multiple vendors simultaneously, compares them, and presents the best deal to the user — all in one place.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555" y="2989421"/>
            <a:ext cx="588288" cy="5882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2116" y="2989421"/>
            <a:ext cx="2353151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Single Search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692116" y="3418046"/>
            <a:ext cx="6628328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Enter a product query once; PriceScout queries all vendors</a:t>
            </a:r>
            <a:endParaRPr lang="en-US" sz="1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555" y="4234101"/>
            <a:ext cx="588288" cy="5882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92116" y="4234101"/>
            <a:ext cx="2353151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Real-Time Fetch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692116" y="4662726"/>
            <a:ext cx="6628328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Live data retrieved from vendor APIs on demand</a:t>
            </a:r>
            <a:endParaRPr lang="en-US" sz="1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555" y="5478780"/>
            <a:ext cx="588288" cy="5882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92116" y="5478780"/>
            <a:ext cx="2353151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Best Deal Highlighted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692116" y="5907405"/>
            <a:ext cx="6628328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Lowest price is automatically identified and highlighted</a:t>
            </a:r>
            <a:endParaRPr lang="en-US" sz="1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3555" y="6723459"/>
            <a:ext cx="588288" cy="5882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92116" y="6723459"/>
            <a:ext cx="2353151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Simple UI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1692116" y="7152084"/>
            <a:ext cx="6628328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Clean, intuitive interface designed for quick decision-making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7021" y="696992"/>
            <a:ext cx="6144816" cy="578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Project Nature: A Working Prototype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27021" y="1817965"/>
            <a:ext cx="23145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What This Project 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7021" y="2324219"/>
            <a:ext cx="6105882" cy="1434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PriceScout is a </a:t>
            </a:r>
            <a:pPr algn="l"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functional prototype</a:t>
            </a:r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that simulates how a real-world distributed price comparison system operates. Rather than connecting to live e-commerce platforms, it uses </a:t>
            </a:r>
            <a:pPr algn="l"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mock vendor APIs</a:t>
            </a:r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to demonstrate the full data pipeline — from request to result.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27021" y="4003238"/>
            <a:ext cx="6105882" cy="1303258"/>
          </a:xfrm>
          <a:prstGeom prst="roundRect">
            <a:avLst>
              <a:gd name="adj" fmla="val 7459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478" y="4356735"/>
            <a:ext cx="289322" cy="231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79258" y="4278035"/>
            <a:ext cx="5122188" cy="717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Mock vendors: </a:t>
            </a:r>
            <a:pPr algn="l"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ElectroStore</a:t>
            </a:r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</a:t>
            </a:r>
            <a:pPr algn="l"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QuickShop</a:t>
            </a:r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and </a:t>
            </a:r>
            <a:pPr algn="l"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GadgetHub</a:t>
            </a:r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each returning simulated product and pricing data.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05117" y="1845112"/>
            <a:ext cx="2944416" cy="2971919"/>
          </a:xfrm>
          <a:prstGeom prst="roundRect">
            <a:avLst>
              <a:gd name="adj" fmla="val 3302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44195" y="2084189"/>
            <a:ext cx="694373" cy="694373"/>
          </a:xfrm>
          <a:prstGeom prst="roundRect">
            <a:avLst>
              <a:gd name="adj" fmla="val 13167398"/>
            </a:avLst>
          </a:prstGeom>
          <a:solidFill>
            <a:srgbClr val="CCCCC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5171" y="2275165"/>
            <a:ext cx="312420" cy="3124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44195" y="2995493"/>
            <a:ext cx="23145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Simulated APIs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844195" y="3501747"/>
            <a:ext cx="2466261" cy="717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Mock endpoints mimic real vendor responses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0766465" y="1845112"/>
            <a:ext cx="2944535" cy="2971919"/>
          </a:xfrm>
          <a:prstGeom prst="roundRect">
            <a:avLst>
              <a:gd name="adj" fmla="val 330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005542" y="2084189"/>
            <a:ext cx="694373" cy="694373"/>
          </a:xfrm>
          <a:prstGeom prst="roundRect">
            <a:avLst>
              <a:gd name="adj" fmla="val 13167398"/>
            </a:avLst>
          </a:prstGeom>
          <a:solidFill>
            <a:srgbClr val="CCCCC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96518" y="2275165"/>
            <a:ext cx="312420" cy="3124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005542" y="2995493"/>
            <a:ext cx="23145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Distributed Architecture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1005542" y="3501747"/>
            <a:ext cx="2466380" cy="1076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Models real-world microservices communication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7605117" y="5033963"/>
            <a:ext cx="6105882" cy="2254448"/>
          </a:xfrm>
          <a:prstGeom prst="roundRect">
            <a:avLst>
              <a:gd name="adj" fmla="val 4312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844195" y="5273040"/>
            <a:ext cx="694373" cy="694373"/>
          </a:xfrm>
          <a:prstGeom prst="roundRect">
            <a:avLst>
              <a:gd name="adj" fmla="val 13167398"/>
            </a:avLst>
          </a:prstGeom>
          <a:solidFill>
            <a:srgbClr val="CCCCC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5171" y="5464016"/>
            <a:ext cx="312420" cy="3124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44195" y="6184344"/>
            <a:ext cx="231457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Real-Time Logic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844195" y="6690598"/>
            <a:ext cx="5627727" cy="358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Fetches and compares data on every query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91678" y="530423"/>
            <a:ext cx="3857625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991678" y="1313974"/>
            <a:ext cx="10647045" cy="1157288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4538" y="1336834"/>
            <a:ext cx="771525" cy="1111568"/>
          </a:xfrm>
          <a:prstGeom prst="roundRect">
            <a:avLst>
              <a:gd name="adj" fmla="val 6944"/>
            </a:avLst>
          </a:prstGeom>
          <a:solidFill>
            <a:srgbClr val="E6E6E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1829" y="1747838"/>
            <a:ext cx="289322" cy="289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36677" y="1529715"/>
            <a:ext cx="192881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936677" y="1861185"/>
            <a:ext cx="9486305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HTML5 &amp; CSS3 — clean, responsive user interface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991678" y="2621875"/>
            <a:ext cx="10647045" cy="1157288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14538" y="2644735"/>
            <a:ext cx="771525" cy="1111568"/>
          </a:xfrm>
          <a:prstGeom prst="roundRect">
            <a:avLst>
              <a:gd name="adj" fmla="val 6944"/>
            </a:avLst>
          </a:prstGeom>
          <a:solidFill>
            <a:srgbClr val="E6E6E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1829" y="3055739"/>
            <a:ext cx="289322" cy="2893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36677" y="2837617"/>
            <a:ext cx="192881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936677" y="3169087"/>
            <a:ext cx="9486305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Python Flask — lightweight web framework for API handling and business logic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991678" y="3929777"/>
            <a:ext cx="10647045" cy="1157288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014538" y="3952637"/>
            <a:ext cx="771525" cy="1111568"/>
          </a:xfrm>
          <a:prstGeom prst="roundRect">
            <a:avLst>
              <a:gd name="adj" fmla="val 6944"/>
            </a:avLst>
          </a:prstGeom>
          <a:solidFill>
            <a:srgbClr val="E6E6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51829" y="4363641"/>
            <a:ext cx="289322" cy="28932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36677" y="4145518"/>
            <a:ext cx="192881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APIs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936677" y="4476988"/>
            <a:ext cx="9486305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RESTful mock APIs simulating vendor data responses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1991678" y="5237678"/>
            <a:ext cx="10647045" cy="1157288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014538" y="5260538"/>
            <a:ext cx="771525" cy="1111568"/>
          </a:xfrm>
          <a:prstGeom prst="roundRect">
            <a:avLst>
              <a:gd name="adj" fmla="val 6944"/>
            </a:avLst>
          </a:prstGeom>
          <a:solidFill>
            <a:srgbClr val="E6E6E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51829" y="5671542"/>
            <a:ext cx="289322" cy="28932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936677" y="5453420"/>
            <a:ext cx="192881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2936677" y="5784890"/>
            <a:ext cx="9486305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MySQL (optional) — for storing query history and cached results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1991678" y="6545580"/>
            <a:ext cx="10647045" cy="1157288"/>
          </a:xfrm>
          <a:prstGeom prst="roundRect">
            <a:avLst>
              <a:gd name="adj" fmla="val 7000"/>
            </a:avLst>
          </a:prstGeom>
          <a:solidFill>
            <a:srgbClr val="F7F7F7"/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014538" y="6568440"/>
            <a:ext cx="771525" cy="1111568"/>
          </a:xfrm>
          <a:prstGeom prst="roundRect">
            <a:avLst>
              <a:gd name="adj" fmla="val 6944"/>
            </a:avLst>
          </a:prstGeom>
          <a:solidFill>
            <a:srgbClr val="E6E6E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51829" y="6979444"/>
            <a:ext cx="289322" cy="28932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936677" y="6761321"/>
            <a:ext cx="192881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Tools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2936677" y="7092791"/>
            <a:ext cx="9486305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GitHub for version control, VS Code for development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2907" y="673179"/>
            <a:ext cx="4320540" cy="540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52907" y="1591270"/>
            <a:ext cx="11924586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PriceScout follows a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modular, client-server architecture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designed for scalability. Each component is loosely coupled, allowing individual vendor APIs to be added or replaced without disrupting the system.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8549" y="2451854"/>
            <a:ext cx="9273183" cy="424398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0230" y="3511463"/>
            <a:ext cx="596217" cy="5962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9039" y="5721561"/>
            <a:ext cx="1740951" cy="26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Show Results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7521" y="3512581"/>
            <a:ext cx="596217" cy="5962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84964" y="5721561"/>
            <a:ext cx="1740951" cy="26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Merge &amp; Compare</a:t>
            </a:r>
            <a:endParaRPr lang="en-US" sz="16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5370" y="3512581"/>
            <a:ext cx="596216" cy="59621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02813" y="5721561"/>
            <a:ext cx="1740951" cy="26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Backend</a:t>
            </a:r>
            <a:endParaRPr lang="en-US" sz="16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51294" y="3512581"/>
            <a:ext cx="596216" cy="59621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172965" y="5721561"/>
            <a:ext cx="1740951" cy="26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Frontend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1352907" y="6908482"/>
            <a:ext cx="11924586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modular design ensures that adding new vendor APIs requires minimal changes — simply register a new endpoint and the comparison engine adapts automatically.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628061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How It Works: System Flow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2738914"/>
            <a:ext cx="49375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3128010"/>
            <a:ext cx="4136231" cy="30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864037" y="331231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User Enters Query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3769043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Product name or keyword submitted via the search interface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47084" y="2738914"/>
            <a:ext cx="49375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47084" y="3128010"/>
            <a:ext cx="4136231" cy="30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5247084" y="3312319"/>
            <a:ext cx="25837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Backend Dispatches Requests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247084" y="3769043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Flask server sends parallel API calls to all mock vendor endpoints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30132" y="2738914"/>
            <a:ext cx="49375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30132" y="3128010"/>
            <a:ext cx="4136231" cy="30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11"/>
          <p:cNvSpPr/>
          <p:nvPr/>
        </p:nvSpPr>
        <p:spPr>
          <a:xfrm>
            <a:off x="9630132" y="331231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Fetched &amp; Merged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630132" y="3769043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Responses from ElectroStore, QuickShop, and GadgetHub are collected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4037" y="4991100"/>
            <a:ext cx="49375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4037" y="5380196"/>
            <a:ext cx="6327696" cy="30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" name="Text 15"/>
          <p:cNvSpPr/>
          <p:nvPr/>
        </p:nvSpPr>
        <p:spPr>
          <a:xfrm>
            <a:off x="864037" y="556450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Prices Compared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4037" y="6021229"/>
            <a:ext cx="632769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Comparison logic identifies the lowest price across all vendors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38549" y="4991100"/>
            <a:ext cx="49375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05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38549" y="5380196"/>
            <a:ext cx="6327815" cy="30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7438549" y="556450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Results Displayed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38549" y="6021229"/>
            <a:ext cx="63278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Sorted list returned to user with the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Best Deal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clearly highlighted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016562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Backend &amp; Frontend Roles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6276" y="3003947"/>
            <a:ext cx="6505575" cy="3209092"/>
          </a:xfrm>
          <a:prstGeom prst="roundRect">
            <a:avLst>
              <a:gd name="adj" fmla="val 5539"/>
            </a:avLst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933093" y="325076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Backend (Python Flask)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33093" y="3806190"/>
            <a:ext cx="6011942" cy="232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Sends API requests to mock vendor endpoints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Merges and normalises incoming data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Executes price comparison logic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Identifies and flags the best deal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Optionally stores results in MySQL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325076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Frontend (HTML / CSS)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3806190"/>
            <a:ext cx="6150054" cy="232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Renders a clean, responsive search interface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Handles user input and form submission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Displays sorted product listings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Visually highlights the best deal with a badge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Provides clear feedback during data loading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9955" y="720804"/>
            <a:ext cx="5920740" cy="58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Results, Conclusion &amp; Future Scope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309955" y="1645444"/>
            <a:ext cx="3636288" cy="2392204"/>
          </a:xfrm>
          <a:prstGeom prst="roundRect">
            <a:avLst>
              <a:gd name="adj" fmla="val 413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52843" y="1888331"/>
            <a:ext cx="235315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✅</a:t>
            </a:r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Delivered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552843" y="2324576"/>
            <a:ext cx="3150513" cy="1102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Successfully compares prices across three mock vendors and highlights the best deal in real time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0438" y="1645444"/>
            <a:ext cx="3636407" cy="2392204"/>
          </a:xfrm>
          <a:prstGeom prst="roundRect">
            <a:avLst>
              <a:gd name="adj" fmla="val 413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13325" y="1888331"/>
            <a:ext cx="235315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🎯</a:t>
            </a:r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Demonstrated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413325" y="2324576"/>
            <a:ext cx="3150632" cy="147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working model of distributed system concepts — API integration, data merging, and modular architecture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09955" y="4261842"/>
            <a:ext cx="7496889" cy="1657112"/>
          </a:xfrm>
          <a:prstGeom prst="roundRect">
            <a:avLst>
              <a:gd name="adj" fmla="val 5964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52843" y="4504730"/>
            <a:ext cx="235315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🔭</a:t>
            </a:r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Future Scope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552843" y="4940975"/>
            <a:ext cx="7011114" cy="735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Replace mock APIs with real e-commerce APIs, deploy to cloud, and add AI-powered recommendations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6309955" y="6171248"/>
            <a:ext cx="7496889" cy="1337548"/>
          </a:xfrm>
          <a:prstGeom prst="roundRect">
            <a:avLst>
              <a:gd name="adj" fmla="val 7389"/>
            </a:avLst>
          </a:prstGeom>
          <a:solidFill>
            <a:srgbClr val="B6FCB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223" y="6526173"/>
            <a:ext cx="294084" cy="2352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74575" y="6454259"/>
            <a:ext cx="6497003" cy="735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PriceScout proves that a well-structured prototype can effectively demonstrate real-world distributed system principles.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2026-04-24T02:55:55Z</dcterms:created>
  <dcterms:modified xsi:type="dcterms:W3CDTF">2026-04-24T02:55:55Z</dcterms:modified>
</cp:coreProperties>
</file>